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4F1E3-4BC4-C240-A5C2-062EC8A4DF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35FFFB-C6BF-46DE-C387-DB612A3165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EF213-68E7-FB57-7664-601D7F2E9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B9C9-D805-40CB-89B6-6677957C3E4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46D27-1376-AEFF-050B-94E005480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74C0B-C17B-061F-3E5F-F72E47319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C1ED8-E7E9-4B25-9B91-35373EE14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270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31FA3-E8CF-7B13-1EF4-3AFDC17E3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1FCFC-806B-71DB-D55A-E98979B5F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125F7-0C8D-E1E4-D58F-4398EA25E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B9C9-D805-40CB-89B6-6677957C3E4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4D887-3B90-A2F2-0590-E4588CC31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E3C81-09E9-E3A4-29C0-B7AEFF137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C1ED8-E7E9-4B25-9B91-35373EE14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233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225B-1A2E-FDDF-8771-9618842F2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5D278-4452-5F62-9810-5DDF9951A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FBDDE-8E56-9C61-5E25-F1234A3E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B9C9-D805-40CB-89B6-6677957C3E4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1D024-EC55-BD0F-783B-E18F9358A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AB14E-3829-ECDD-ED56-F3CD8D737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C1ED8-E7E9-4B25-9B91-35373EE14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089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18310-978C-F9B4-8E90-73DD7FCC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8C2FC-7FDE-E883-916B-9B4E2BDF2C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7A4C0-EE43-096C-1870-754537164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BF6C5-A488-98BF-E944-F78C78438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B9C9-D805-40CB-89B6-6677957C3E4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0C6E7-28BA-F3B7-A86C-D45EF1EA2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16014-F2EF-CC83-9621-94E9C2C2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C1ED8-E7E9-4B25-9B91-35373EE14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075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5B7A-E996-FA31-0CE4-C47661D55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011B1-E586-A8CD-6872-725716C0D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0FEB-23A2-FC39-C2E0-4AB5EEE9E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A004A0-B3B7-A6BA-6343-1E46B4BD70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AB5576-B1E4-EB15-E7F3-A5709A23B8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1C00BF-4B8C-E5A4-9B07-9DA7FDB42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B9C9-D805-40CB-89B6-6677957C3E4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32C3AD-4BF3-1B67-CCC5-F2BE45660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69DC9E-931F-5E25-BC83-175DB325E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C1ED8-E7E9-4B25-9B91-35373EE14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906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1C53-963B-578A-04F2-89F1F8FC8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0C389A-92D4-03F0-DD8A-9B2F3F0E5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B9C9-D805-40CB-89B6-6677957C3E4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167998-0FA8-69D5-4D65-D83314D1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90E425-B3E4-3F10-DCE2-CB3182F65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C1ED8-E7E9-4B25-9B91-35373EE14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606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1AEA16-4046-CD39-B6F3-11C32DEFB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B9C9-D805-40CB-89B6-6677957C3E4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C6DE13-5B5D-3F6A-B39A-385C3C1B3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E7814-B87B-B25F-1EA1-E56BFB78A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C1ED8-E7E9-4B25-9B91-35373EE14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726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353DA-BC9E-FC5F-59BC-FADF8372E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2060B-9BCD-B62F-4656-4B76BF0F3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62717-41B0-8E79-6B99-0CD653B57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F0060-BE7F-2EB4-59EA-5F320F236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B9C9-D805-40CB-89B6-6677957C3E4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0F7D5-0B1E-973C-E980-7725730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02728-1B0F-C1E5-A182-5D8C76C07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C1ED8-E7E9-4B25-9B91-35373EE14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23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FB6AD-EE4E-1A8B-ED88-F805EBBB7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C83D41-A2FA-A3DE-2096-B21E3900F6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0F58B-ADA5-8D6C-B43D-8020C729E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7876A-EF25-54B8-BF9A-80EC8584C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B9C9-D805-40CB-89B6-6677957C3E4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B9140-F610-8DDC-B1F6-3A2DECE28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5134F-2F57-B36D-3F48-33CF47BDB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C1ED8-E7E9-4B25-9B91-35373EE14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234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92378-D027-CC98-FFB1-0E14B28A5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5DA48-F827-4171-120D-F7FEE19EA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1B06A-20F7-38F1-16ED-136039D5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B9C9-D805-40CB-89B6-6677957C3E4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5E132-70E0-58B4-1264-3F62255EE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E589E-0805-68F3-A58C-AC4EA1EB9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C1ED8-E7E9-4B25-9B91-35373EE14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006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118410-34F3-F2A8-3E20-882B80F42B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B4C269-A678-3B08-39E8-51259A3D2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2116C-7DCC-0E6E-E01C-EA23A1595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B9C9-D805-40CB-89B6-6677957C3E4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07975-13C8-70B9-DF8D-3BF12EBE2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A07E0-C444-F401-F63F-7EFAA232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C1ED8-E7E9-4B25-9B91-35373EE14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377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6B8ADD-21BC-A51F-322E-1A148B51B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5C9AA-993B-DE4B-FE30-5B61C4E9D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4161E-0110-90CB-89C8-6763BDF8EB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8B9C9-D805-40CB-89B6-6677957C3E4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8FFAE-4678-7E34-0C82-1123894F5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9C1B-BAD4-3474-0E33-94E4EDC6E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C1ED8-E7E9-4B25-9B91-35373EE14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231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hyperlink" Target="https://app.imocha.io/MyTests/Test/1303089" TargetMode="External"/><Relationship Id="rId3" Type="http://schemas.openxmlformats.org/officeDocument/2006/relationships/hyperlink" Target="https://kacfloorballfanclub.jimdofree.com/soziale-netzwerke/" TargetMode="External"/><Relationship Id="rId7" Type="http://schemas.openxmlformats.org/officeDocument/2006/relationships/hyperlink" Target="https://freepngimg.com/png/26830-ms-word-photo" TargetMode="External"/><Relationship Id="rId12" Type="http://schemas.openxmlformats.org/officeDocument/2006/relationships/image" Target="../media/image11.png"/><Relationship Id="rId17" Type="http://schemas.openxmlformats.org/officeDocument/2006/relationships/hyperlink" Target="https://accesoinfohistoria.blogspot.com/" TargetMode="External"/><Relationship Id="rId2" Type="http://schemas.openxmlformats.org/officeDocument/2006/relationships/image" Target="../media/image6.jp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hyperlink" Target="https://freepngimg.com/png/74290-icons-media-wallpaper-linkedin-desktop-computer-social" TargetMode="External"/><Relationship Id="rId5" Type="http://schemas.openxmlformats.org/officeDocument/2006/relationships/hyperlink" Target="https://signor-julent.blogspot.com/2016/03/ridurre-il-consumo-pacchetto-dati.html" TargetMode="External"/><Relationship Id="rId15" Type="http://schemas.openxmlformats.org/officeDocument/2006/relationships/hyperlink" Target="https://practicaldistributism.blogspot.com/p/getting-started.html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hyperlink" Target="https://pl.wikipedia.org/wiki/Google_Chrome" TargetMode="External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B21DA-BCEF-2DD7-2446-8A1A12DBB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855" y="2299347"/>
            <a:ext cx="4642104" cy="1181115"/>
          </a:xfrm>
        </p:spPr>
        <p:txBody>
          <a:bodyPr>
            <a:normAutofit fontScale="90000"/>
          </a:bodyPr>
          <a:lstStyle/>
          <a:p>
            <a:pPr algn="l">
              <a:lnSpc>
                <a:spcPct val="100000"/>
              </a:lnSpc>
            </a:pPr>
            <a:br>
              <a:rPr lang="en-US" b="1" dirty="0">
                <a:latin typeface="Aptos Narrow" panose="020B0004020202020204" pitchFamily="34" charset="0"/>
              </a:rPr>
            </a:br>
            <a:r>
              <a:rPr lang="en-US" b="1" dirty="0">
                <a:latin typeface="Aptos Narrow" panose="020B0004020202020204" pitchFamily="34" charset="0"/>
              </a:rPr>
              <a:t>ENGINEEING</a:t>
            </a:r>
            <a:endParaRPr lang="en-IN" b="1" dirty="0">
              <a:latin typeface="Aptos Narrow" panose="020B0004020202020204" pitchFamily="34" charset="0"/>
            </a:endParaRPr>
          </a:p>
        </p:txBody>
      </p:sp>
      <p:pic>
        <p:nvPicPr>
          <p:cNvPr id="5" name="Graphic 4" descr="Single gear with solid fill">
            <a:extLst>
              <a:ext uri="{FF2B5EF4-FFF2-40B4-BE49-F238E27FC236}">
                <a16:creationId xmlns:a16="http://schemas.microsoft.com/office/drawing/2014/main" id="{0F80C233-056A-CBD6-9DB9-714FBF500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94795">
            <a:off x="5089000" y="2533773"/>
            <a:ext cx="914400" cy="914400"/>
          </a:xfrm>
          <a:prstGeom prst="rect">
            <a:avLst/>
          </a:prstGeom>
        </p:spPr>
      </p:pic>
      <p:pic>
        <p:nvPicPr>
          <p:cNvPr id="6" name="Graphic 5" descr="Single gear with solid fill">
            <a:extLst>
              <a:ext uri="{FF2B5EF4-FFF2-40B4-BE49-F238E27FC236}">
                <a16:creationId xmlns:a16="http://schemas.microsoft.com/office/drawing/2014/main" id="{8C702FFA-9707-12FE-D8E6-FA291ACB41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315562">
            <a:off x="5252260" y="1937133"/>
            <a:ext cx="914400" cy="914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D4CD09-D15D-2C6E-B4AD-4ADBBDE0C0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508" y="1308734"/>
            <a:ext cx="4762500" cy="4762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5757A8-FED7-1AA6-0059-056EB7857BEB}"/>
              </a:ext>
            </a:extLst>
          </p:cNvPr>
          <p:cNvSpPr txBox="1"/>
          <p:nvPr/>
        </p:nvSpPr>
        <p:spPr>
          <a:xfrm>
            <a:off x="430449" y="1837682"/>
            <a:ext cx="52699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chemeClr val="accent1">
                    <a:lumMod val="50000"/>
                  </a:schemeClr>
                </a:solidFill>
                <a:latin typeface="Aptos Narrow" panose="020B0004020202020204" pitchFamily="34" charset="0"/>
              </a:rPr>
              <a:t>SOFTWARE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11527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C48BB-64BF-AD16-C679-11AD07C90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 Narrow" panose="020B0004020202020204" pitchFamily="34" charset="0"/>
              </a:rPr>
              <a:t>SOFTWARE</a:t>
            </a:r>
            <a:endParaRPr lang="en-IN" b="1" dirty="0">
              <a:latin typeface="Aptos Narrow" panose="020B00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62755E-BE21-E46B-221B-229363699B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183414" y="789584"/>
            <a:ext cx="781358" cy="781358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9CAA4B-A7FA-3DF3-0309-27D3CC9547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20926" r="18067" b="27979"/>
          <a:stretch>
            <a:fillRect/>
          </a:stretch>
        </p:blipFill>
        <p:spPr>
          <a:xfrm>
            <a:off x="7804500" y="1239176"/>
            <a:ext cx="1074325" cy="9898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711EFD-209A-C887-F915-14F15F3CBD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502103" y="2352126"/>
            <a:ext cx="882945" cy="8829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DC688E-D184-5C1C-3329-9A0D179843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0366249" y="1244599"/>
            <a:ext cx="862583" cy="8625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A47BAD-1BFC-0B79-C217-FA39DD02C3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rcRect l="21767" t="21757" r="21767" b="21505"/>
          <a:stretch>
            <a:fillRect/>
          </a:stretch>
        </p:blipFill>
        <p:spPr>
          <a:xfrm>
            <a:off x="10874600" y="2405085"/>
            <a:ext cx="821321" cy="8253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F4C11E7-F9C6-BD78-C823-C7BC4FC6A53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8980266" y="3993511"/>
            <a:ext cx="1237492" cy="123749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F7B10D-8C8F-D625-2154-DBA9BA404DF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10435466" y="3662605"/>
            <a:ext cx="878267" cy="87826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B661D22-4CB1-6931-09A3-41A14DB798B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7723236" y="3559984"/>
            <a:ext cx="882945" cy="86705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CE42CA3-69BB-D761-E39B-DAF4BB9DEF1C}"/>
              </a:ext>
            </a:extLst>
          </p:cNvPr>
          <p:cNvSpPr txBox="1">
            <a:spLocks/>
          </p:cNvSpPr>
          <p:nvPr/>
        </p:nvSpPr>
        <p:spPr>
          <a:xfrm>
            <a:off x="838200" y="1763932"/>
            <a:ext cx="6458712" cy="5030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ptos Narrow" panose="020B0004020202020204" pitchFamily="34" charset="0"/>
              </a:rPr>
              <a:t>Software consists of computer programs that instruct the execution of a computer.</a:t>
            </a:r>
          </a:p>
          <a:p>
            <a:pPr algn="just"/>
            <a:r>
              <a:rPr lang="en-US" dirty="0">
                <a:latin typeface="Aptos Narrow" panose="020B0004020202020204" pitchFamily="34" charset="0"/>
              </a:rPr>
              <a:t>Software provides a single interface to the user to obtain results for a variety of </a:t>
            </a:r>
            <a:r>
              <a:rPr lang="en-US">
                <a:latin typeface="Aptos Narrow" panose="020B0004020202020204" pitchFamily="34" charset="0"/>
              </a:rPr>
              <a:t>requests.</a:t>
            </a:r>
          </a:p>
          <a:p>
            <a:pPr algn="just"/>
            <a:endParaRPr lang="en-IN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269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C6EE8-5605-D813-D963-4C9D808A50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2FC7EC-1C1B-A165-36CF-E39EE78602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Software is a collection of programs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4030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40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 Narrow</vt:lpstr>
      <vt:lpstr>Arial</vt:lpstr>
      <vt:lpstr>Calibri</vt:lpstr>
      <vt:lpstr>Calibri Light</vt:lpstr>
      <vt:lpstr>Office Theme</vt:lpstr>
      <vt:lpstr> ENGINEEING</vt:lpstr>
      <vt:lpstr>SOFTWARE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IT-32</dc:creator>
  <cp:lastModifiedBy>IT-31</cp:lastModifiedBy>
  <cp:revision>4</cp:revision>
  <dcterms:created xsi:type="dcterms:W3CDTF">2025-11-12T06:33:26Z</dcterms:created>
  <dcterms:modified xsi:type="dcterms:W3CDTF">2025-11-13T04:02:42Z</dcterms:modified>
</cp:coreProperties>
</file>